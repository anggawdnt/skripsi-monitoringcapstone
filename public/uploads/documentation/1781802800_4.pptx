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Be Vietnam Pro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iWm/JSuDSxWr0tllptvQq2Vjh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A126D8-245F-4B70-8AC9-4CFBC2E8D920}">
  <a:tblStyle styleId="{58A126D8-245F-4B70-8AC9-4CFBC2E8D92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BeVietnamProSemiBold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BeVietnamProSemiBold-italic.fntdata"/><Relationship Id="rId23" Type="http://schemas.openxmlformats.org/officeDocument/2006/relationships/font" Target="fonts/BeVietnamPro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BeVietnamPro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14028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Text 1</c:v>
                </c:pt>
                <c:pt idx="1">
                  <c:v>Text 2</c:v>
                </c:pt>
                <c:pt idx="2">
                  <c:v>Text 3</c:v>
                </c:pt>
                <c:pt idx="3">
                  <c:v>Text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58-5A4A-9F6A-295D0F32E1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F7B800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Text 1</c:v>
                </c:pt>
                <c:pt idx="1">
                  <c:v>Text 2</c:v>
                </c:pt>
                <c:pt idx="2">
                  <c:v>Text 3</c:v>
                </c:pt>
                <c:pt idx="3">
                  <c:v>Text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58-5A4A-9F6A-295D0F32E1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32520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Text 1</c:v>
                </c:pt>
                <c:pt idx="1">
                  <c:v>Text 2</c:v>
                </c:pt>
                <c:pt idx="2">
                  <c:v>Text 3</c:v>
                </c:pt>
                <c:pt idx="3">
                  <c:v>Text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58-5A4A-9F6A-295D0F32E1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41027912"/>
        <c:axId val="2140974040"/>
      </c:barChart>
      <c:catAx>
        <c:axId val="21410279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 b="1">
                <a:solidFill>
                  <a:srgbClr val="404040"/>
                </a:solidFill>
              </a:defRPr>
            </a:pPr>
            <a:endParaRPr lang="en-US"/>
          </a:p>
        </c:txPr>
        <c:crossAx val="2140974040"/>
        <c:crosses val="autoZero"/>
        <c:auto val="1"/>
        <c:lblAlgn val="ctr"/>
        <c:lblOffset val="100"/>
        <c:noMultiLvlLbl val="0"/>
      </c:catAx>
      <c:valAx>
        <c:axId val="21409740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3"/>
              </a:solidFill>
              <a:prstDash val="solid"/>
              <a:miter lim="800000"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="1">
                <a:solidFill>
                  <a:srgbClr val="404040"/>
                </a:solidFill>
              </a:defRPr>
            </a:pPr>
            <a:endParaRPr lang="en-US"/>
          </a:p>
        </c:txPr>
        <c:crossAx val="2141027912"/>
        <c:crosses val="autoZero"/>
        <c:crossBetween val="between"/>
      </c:valAx>
      <c:spPr>
        <a:ln>
          <a:solidFill>
            <a:schemeClr val="bg2">
              <a:lumMod val="75000"/>
            </a:schemeClr>
          </a:solidFill>
        </a:ln>
      </c:spPr>
    </c:plotArea>
    <c:plotVisOnly val="1"/>
    <c:dispBlanksAs val="gap"/>
    <c:showDLblsOverMax val="0"/>
  </c:chart>
  <c:txPr>
    <a:bodyPr/>
    <a:lstStyle/>
    <a:p>
      <a:pPr>
        <a:defRPr sz="1800"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screen image and text 4">
  <p:cSld name="Fullscreen image and text 4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D6EE"/>
          </a:solidFill>
          <a:ln>
            <a:noFill/>
          </a:ln>
        </p:spPr>
      </p:sp>
      <p:sp>
        <p:nvSpPr>
          <p:cNvPr id="13" name="Google Shape;13;p14"/>
          <p:cNvSpPr txBox="1"/>
          <p:nvPr>
            <p:ph idx="1" type="body"/>
          </p:nvPr>
        </p:nvSpPr>
        <p:spPr>
          <a:xfrm rot="10800000">
            <a:off x="-5" y="3611265"/>
            <a:ext cx="12192001" cy="3246732"/>
          </a:xfrm>
          <a:prstGeom prst="rect">
            <a:avLst/>
          </a:prstGeom>
          <a:gradFill>
            <a:gsLst>
              <a:gs pos="0">
                <a:srgbClr val="000000">
                  <a:alpha val="69411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type="title"/>
          </p:nvPr>
        </p:nvSpPr>
        <p:spPr>
          <a:xfrm>
            <a:off x="2015067" y="4443908"/>
            <a:ext cx="8161867" cy="1458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ign in front of a building&#10;&#10;Description automatically generated" id="88" name="Google Shape;88;p1"/>
          <p:cNvPicPr preferRelativeResize="0"/>
          <p:nvPr/>
        </p:nvPicPr>
        <p:blipFill rotWithShape="1">
          <a:blip r:embed="rId3">
            <a:alphaModFix/>
          </a:blip>
          <a:srcRect b="19844" l="0" r="0" t="55144"/>
          <a:stretch/>
        </p:blipFill>
        <p:spPr>
          <a:xfrm>
            <a:off x="0" y="1305805"/>
            <a:ext cx="12192000" cy="381409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0" y="0"/>
            <a:ext cx="12192000" cy="13058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119904"/>
            <a:ext cx="12192000" cy="3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6512" y="429931"/>
            <a:ext cx="1247072" cy="45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46412" y="464429"/>
            <a:ext cx="1596331" cy="42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02052" y="271460"/>
            <a:ext cx="863244" cy="633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6704" y="401301"/>
            <a:ext cx="3314700" cy="65189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326675" y="5740825"/>
            <a:ext cx="11123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olorful logo with white squares&#10;&#10;Description automatically generated" id="96" name="Google Shape;9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5571" y="449116"/>
            <a:ext cx="1159446" cy="455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4693" spd="slow">
    <p:strips dir="rd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947110" y="891150"/>
            <a:ext cx="10279147" cy="2473327"/>
          </a:xfrm>
          <a:prstGeom prst="roundRect">
            <a:avLst>
              <a:gd fmla="val 141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Insert image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55060" y="5012744"/>
            <a:ext cx="50409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Sub Judul</a:t>
            </a:r>
            <a:endParaRPr b="1" i="0" sz="28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096000" y="5182148"/>
            <a:ext cx="5148889" cy="6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168402" y="2775447"/>
            <a:ext cx="2893369" cy="1903298"/>
          </a:xfrm>
          <a:prstGeom prst="roundRect">
            <a:avLst>
              <a:gd fmla="val 16667" name="adj"/>
            </a:avLst>
          </a:prstGeom>
          <a:solidFill>
            <a:srgbClr val="014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494303" y="3140420"/>
            <a:ext cx="457200" cy="457200"/>
          </a:xfrm>
          <a:prstGeom prst="roundRect">
            <a:avLst>
              <a:gd fmla="val 25729" name="adj"/>
            </a:avLst>
          </a:prstGeom>
          <a:solidFill>
            <a:schemeClr val="lt2"/>
          </a:solidFill>
          <a:ln>
            <a:noFill/>
          </a:ln>
          <a:effectLst>
            <a:outerShdw blurRad="127000" rotWithShape="0" algn="tl" dir="2700000" dist="63500">
              <a:srgbClr val="000000">
                <a:alpha val="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2047044" y="3215132"/>
            <a:ext cx="19651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389690" y="3698476"/>
            <a:ext cx="2457450" cy="6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consectetuer adipiscing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444288" y="48577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130229" y="2775447"/>
            <a:ext cx="2893369" cy="1903298"/>
          </a:xfrm>
          <a:prstGeom prst="roundRect">
            <a:avLst>
              <a:gd fmla="val 16667" name="adj"/>
            </a:avLst>
          </a:prstGeom>
          <a:solidFill>
            <a:srgbClr val="9325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456130" y="3140420"/>
            <a:ext cx="457200" cy="457200"/>
          </a:xfrm>
          <a:prstGeom prst="roundRect">
            <a:avLst>
              <a:gd fmla="val 25729" name="adj"/>
            </a:avLst>
          </a:prstGeom>
          <a:solidFill>
            <a:schemeClr val="lt2"/>
          </a:solidFill>
          <a:ln>
            <a:noFill/>
          </a:ln>
          <a:effectLst>
            <a:outerShdw blurRad="127000" rotWithShape="0" algn="tl" dir="2700000" dist="63500">
              <a:srgbClr val="000000">
                <a:alpha val="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008871" y="3215132"/>
            <a:ext cx="19651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351517" y="3698476"/>
            <a:ext cx="2457450" cy="6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consectetuer adipiscing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4649315" y="2754789"/>
            <a:ext cx="2893369" cy="1903298"/>
          </a:xfrm>
          <a:prstGeom prst="roundRect">
            <a:avLst>
              <a:gd fmla="val 16667" name="adj"/>
            </a:avLst>
          </a:prstGeom>
          <a:solidFill>
            <a:srgbClr val="F7B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4975216" y="3119762"/>
            <a:ext cx="457200" cy="457200"/>
          </a:xfrm>
          <a:prstGeom prst="roundRect">
            <a:avLst>
              <a:gd fmla="val 25729" name="adj"/>
            </a:avLst>
          </a:prstGeom>
          <a:solidFill>
            <a:schemeClr val="lt2"/>
          </a:solidFill>
          <a:ln>
            <a:noFill/>
          </a:ln>
          <a:effectLst>
            <a:outerShdw blurRad="127000" rotWithShape="0" algn="tl" dir="2700000" dist="63500">
              <a:srgbClr val="000000">
                <a:alpha val="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5527957" y="3194474"/>
            <a:ext cx="19651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870603" y="3677818"/>
            <a:ext cx="2457450" cy="6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consectetuer adipiscing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2285"/>
            <a:ext cx="12192000" cy="3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730796" y="1406217"/>
            <a:ext cx="2551529" cy="1216194"/>
          </a:xfrm>
          <a:prstGeom prst="roundRect">
            <a:avLst>
              <a:gd fmla="val 17676" name="adj"/>
            </a:avLst>
          </a:prstGeom>
          <a:solidFill>
            <a:srgbClr val="014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344257" y="1577016"/>
            <a:ext cx="19063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1" i="0" sz="1200" u="none" cap="none" strike="noStrik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344257" y="1860003"/>
            <a:ext cx="1728518" cy="6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</a:t>
            </a:r>
            <a:endParaRPr b="0" i="0" sz="1200" u="none" cap="none" strike="noStrik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33364" y="1525959"/>
            <a:ext cx="5575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876636" y="4497676"/>
            <a:ext cx="50409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Sub Judul</a:t>
            </a:r>
            <a:endParaRPr b="1" i="0" sz="28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453943" y="1407973"/>
            <a:ext cx="4992521" cy="4043810"/>
          </a:xfrm>
          <a:prstGeom prst="roundRect">
            <a:avLst>
              <a:gd fmla="val 82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073825" y="2095499"/>
            <a:ext cx="4000500" cy="2028825"/>
          </a:xfrm>
          <a:custGeom>
            <a:rect b="b" l="l" r="r" t="t"/>
            <a:pathLst>
              <a:path extrusionOk="0" h="2028825" w="4000500">
                <a:moveTo>
                  <a:pt x="-704" y="2028659"/>
                </a:moveTo>
                <a:lnTo>
                  <a:pt x="3999796" y="2028659"/>
                </a:lnTo>
                <a:moveTo>
                  <a:pt x="-704" y="1619084"/>
                </a:moveTo>
                <a:lnTo>
                  <a:pt x="3999796" y="1619084"/>
                </a:lnTo>
                <a:moveTo>
                  <a:pt x="-704" y="1209509"/>
                </a:moveTo>
                <a:lnTo>
                  <a:pt x="3999796" y="1209509"/>
                </a:lnTo>
                <a:moveTo>
                  <a:pt x="-704" y="809459"/>
                </a:moveTo>
                <a:lnTo>
                  <a:pt x="3999796" y="809459"/>
                </a:lnTo>
                <a:moveTo>
                  <a:pt x="-704" y="399884"/>
                </a:moveTo>
                <a:lnTo>
                  <a:pt x="3999796" y="399884"/>
                </a:lnTo>
                <a:moveTo>
                  <a:pt x="-704" y="-166"/>
                </a:moveTo>
                <a:lnTo>
                  <a:pt x="3999796" y="-166"/>
                </a:lnTo>
              </a:path>
            </a:pathLst>
          </a:cu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7073825" y="4524374"/>
            <a:ext cx="4000500" cy="9525"/>
          </a:xfrm>
          <a:custGeom>
            <a:rect b="b" l="l" r="r" t="t"/>
            <a:pathLst>
              <a:path extrusionOk="0" h="9525" w="4000500">
                <a:moveTo>
                  <a:pt x="-704" y="-166"/>
                </a:moveTo>
                <a:lnTo>
                  <a:pt x="3999796" y="-166"/>
                </a:lnTo>
              </a:path>
            </a:pathLst>
          </a:cu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7569125" y="2705099"/>
            <a:ext cx="3009900" cy="809625"/>
          </a:xfrm>
          <a:custGeom>
            <a:rect b="b" l="l" r="r" t="t"/>
            <a:pathLst>
              <a:path extrusionOk="0" h="809625" w="3009900">
                <a:moveTo>
                  <a:pt x="-704" y="76034"/>
                </a:moveTo>
                <a:lnTo>
                  <a:pt x="999421" y="809459"/>
                </a:lnTo>
                <a:lnTo>
                  <a:pt x="2009071" y="399884"/>
                </a:lnTo>
                <a:lnTo>
                  <a:pt x="3009196" y="-166"/>
                </a:lnTo>
              </a:path>
            </a:pathLst>
          </a:custGeom>
          <a:noFill/>
          <a:ln cap="rnd" cmpd="sng" w="28575">
            <a:solidFill>
              <a:srgbClr val="F7B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569125" y="2743199"/>
            <a:ext cx="3009900" cy="1047750"/>
          </a:xfrm>
          <a:custGeom>
            <a:rect b="b" l="l" r="r" t="t"/>
            <a:pathLst>
              <a:path extrusionOk="0" h="1047750" w="3009900">
                <a:moveTo>
                  <a:pt x="-704" y="809459"/>
                </a:moveTo>
                <a:lnTo>
                  <a:pt x="999421" y="-166"/>
                </a:lnTo>
                <a:lnTo>
                  <a:pt x="2009071" y="1047584"/>
                </a:lnTo>
                <a:lnTo>
                  <a:pt x="3009196" y="647534"/>
                </a:lnTo>
              </a:path>
            </a:pathLst>
          </a:custGeom>
          <a:noFill/>
          <a:ln cap="rnd" cmpd="sng" w="28575">
            <a:solidFill>
              <a:srgbClr val="0140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7569125" y="2495549"/>
            <a:ext cx="3009900" cy="1219200"/>
          </a:xfrm>
          <a:custGeom>
            <a:rect b="b" l="l" r="r" t="t"/>
            <a:pathLst>
              <a:path extrusionOk="0" h="1219200" w="3009900">
                <a:moveTo>
                  <a:pt x="-704" y="1219034"/>
                </a:moveTo>
                <a:lnTo>
                  <a:pt x="999421" y="1219034"/>
                </a:lnTo>
                <a:lnTo>
                  <a:pt x="2009071" y="809459"/>
                </a:lnTo>
                <a:lnTo>
                  <a:pt x="3009196" y="-166"/>
                </a:lnTo>
              </a:path>
            </a:pathLst>
          </a:custGeom>
          <a:noFill/>
          <a:ln cap="rnd" cmpd="sng" w="28575">
            <a:solidFill>
              <a:srgbClr val="93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6734640" y="4359592"/>
            <a:ext cx="2824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6734640" y="3959542"/>
            <a:ext cx="2471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6734640" y="3549967"/>
            <a:ext cx="279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734640" y="3149917"/>
            <a:ext cx="279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6734640" y="2740342"/>
            <a:ext cx="284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6734640" y="2330767"/>
            <a:ext cx="2776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734640" y="1930717"/>
            <a:ext cx="2808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7100886" y="4689792"/>
            <a:ext cx="9605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Category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8102554" y="4689792"/>
            <a:ext cx="9925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Category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9104222" y="4689792"/>
            <a:ext cx="9925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Category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0105918" y="4689792"/>
            <a:ext cx="9973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Category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7733210" y="1604863"/>
            <a:ext cx="244009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Retargeting Strategies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7607225" y="5156199"/>
            <a:ext cx="238125" cy="9525"/>
          </a:xfrm>
          <a:custGeom>
            <a:rect b="b" l="l" r="r" t="t"/>
            <a:pathLst>
              <a:path extrusionOk="0" h="9525" w="238125">
                <a:moveTo>
                  <a:pt x="-704" y="-166"/>
                </a:moveTo>
                <a:lnTo>
                  <a:pt x="237421" y="-166"/>
                </a:lnTo>
              </a:path>
            </a:pathLst>
          </a:custGeom>
          <a:noFill/>
          <a:ln cap="rnd" cmpd="sng" w="28575">
            <a:solidFill>
              <a:srgbClr val="93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7782380" y="4991417"/>
            <a:ext cx="7457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Series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8588300" y="5143499"/>
            <a:ext cx="247650" cy="9525"/>
          </a:xfrm>
          <a:custGeom>
            <a:rect b="b" l="l" r="r" t="t"/>
            <a:pathLst>
              <a:path extrusionOk="0" h="9525" w="247650">
                <a:moveTo>
                  <a:pt x="-704" y="-166"/>
                </a:moveTo>
                <a:lnTo>
                  <a:pt x="246946" y="-166"/>
                </a:lnTo>
              </a:path>
            </a:pathLst>
          </a:custGeom>
          <a:noFill/>
          <a:ln cap="rnd" cmpd="sng" w="28575">
            <a:solidFill>
              <a:srgbClr val="F7B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8769313" y="4991417"/>
            <a:ext cx="7777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Series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9578900" y="5156199"/>
            <a:ext cx="247650" cy="9525"/>
          </a:xfrm>
          <a:custGeom>
            <a:rect b="b" l="l" r="r" t="t"/>
            <a:pathLst>
              <a:path extrusionOk="0" h="9525" w="247650">
                <a:moveTo>
                  <a:pt x="-704" y="-166"/>
                </a:moveTo>
                <a:lnTo>
                  <a:pt x="246946" y="-166"/>
                </a:lnTo>
              </a:path>
            </a:pathLst>
          </a:custGeom>
          <a:noFill/>
          <a:ln cap="rnd" cmpd="sng" w="28575">
            <a:solidFill>
              <a:srgbClr val="0140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9756256" y="4991417"/>
            <a:ext cx="7777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Series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3499396" y="1406217"/>
            <a:ext cx="2551529" cy="1216194"/>
          </a:xfrm>
          <a:prstGeom prst="roundRect">
            <a:avLst>
              <a:gd fmla="val 176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4112857" y="1577016"/>
            <a:ext cx="19063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1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4112857" y="1860003"/>
            <a:ext cx="1728518" cy="6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</a:t>
            </a:r>
            <a:endParaRPr b="0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3701964" y="1525959"/>
            <a:ext cx="5575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i="0" sz="24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3499396" y="2856060"/>
            <a:ext cx="2551529" cy="1216194"/>
          </a:xfrm>
          <a:prstGeom prst="roundRect">
            <a:avLst>
              <a:gd fmla="val 176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4112857" y="3026859"/>
            <a:ext cx="19063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1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4112857" y="3309846"/>
            <a:ext cx="1728518" cy="6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</a:t>
            </a:r>
            <a:endParaRPr b="0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3701964" y="2975802"/>
            <a:ext cx="5575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i="0" sz="24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730796" y="2856060"/>
            <a:ext cx="2551529" cy="1216194"/>
          </a:xfrm>
          <a:prstGeom prst="roundRect">
            <a:avLst>
              <a:gd fmla="val 176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1344257" y="3026859"/>
            <a:ext cx="19063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1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1344257" y="3309846"/>
            <a:ext cx="1728518" cy="6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</a:t>
            </a:r>
            <a:endParaRPr b="0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933364" y="2975802"/>
            <a:ext cx="5575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i="0" sz="24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2285"/>
            <a:ext cx="12192000" cy="3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3632200" y="944880"/>
            <a:ext cx="4927600" cy="4927600"/>
          </a:xfrm>
          <a:prstGeom prst="ellipse">
            <a:avLst/>
          </a:prstGeom>
          <a:solidFill>
            <a:srgbClr val="F7B800"/>
          </a:solidFill>
          <a:ln>
            <a:noFill/>
          </a:ln>
          <a:effectLst>
            <a:outerShdw blurRad="201952" sx="98000" rotWithShape="0" algn="ctr" dir="5400000" dist="143211" sy="98000">
              <a:srgbClr val="000000">
                <a:alpha val="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3395663" y="728663"/>
            <a:ext cx="5400674" cy="5400674"/>
          </a:xfrm>
          <a:prstGeom prst="ellipse">
            <a:avLst/>
          </a:prstGeom>
          <a:noFill/>
          <a:ln cap="flat" cmpd="sng" w="44450">
            <a:solidFill>
              <a:srgbClr val="F7B8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01952" sx="98000" rotWithShape="0" algn="ctr" dir="5400000" dist="143211" sy="98000">
              <a:srgbClr val="000000">
                <a:alpha val="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404040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8375102" y="3069000"/>
            <a:ext cx="720000" cy="7200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201952" sx="98000" rotWithShape="0" algn="ctr" dir="5400000" dist="143211" sy="98000">
              <a:srgbClr val="000000">
                <a:alpha val="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9275102" y="3149603"/>
            <a:ext cx="2262213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3095035" y="3069000"/>
            <a:ext cx="720000" cy="7200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201952" sx="98000" rotWithShape="0" algn="ctr" dir="5400000" dist="143211" sy="98000">
              <a:srgbClr val="000000">
                <a:alpha val="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644525" y="3149603"/>
            <a:ext cx="2262213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7813385" y="1394343"/>
            <a:ext cx="720000" cy="7200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201952" sx="98000" rotWithShape="0" algn="ctr" dir="5400000" dist="143211" sy="98000">
              <a:srgbClr val="000000">
                <a:alpha val="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8757285" y="1454626"/>
            <a:ext cx="2262213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7813385" y="4743657"/>
            <a:ext cx="720000" cy="7200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201952" sx="98000" rotWithShape="0" algn="ctr" dir="5400000" dist="143211" sy="98000">
              <a:srgbClr val="000000">
                <a:alpha val="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757285" y="4875060"/>
            <a:ext cx="2262213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3722146" y="1394343"/>
            <a:ext cx="720000" cy="7200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201952" sx="98000" rotWithShape="0" algn="ctr" dir="5400000" dist="143211" sy="98000">
              <a:srgbClr val="000000">
                <a:alpha val="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1172503" y="1454722"/>
            <a:ext cx="2262213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3722146" y="4743657"/>
            <a:ext cx="720000" cy="7200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201952" sx="98000" rotWithShape="0" algn="ctr" dir="5400000" dist="143211" sy="98000">
              <a:srgbClr val="000000">
                <a:alpha val="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1172503" y="4875060"/>
            <a:ext cx="2262213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2285"/>
            <a:ext cx="12192000" cy="38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 txBox="1"/>
          <p:nvPr/>
        </p:nvSpPr>
        <p:spPr>
          <a:xfrm>
            <a:off x="4266405" y="3147070"/>
            <a:ext cx="36591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Sub Judul</a:t>
            </a:r>
            <a:endParaRPr b="1" i="0" sz="28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/>
          <p:nvPr/>
        </p:nvSpPr>
        <p:spPr>
          <a:xfrm>
            <a:off x="5391349" y="1710901"/>
            <a:ext cx="5400977" cy="3460262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Insert image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5"/>
          <p:cNvPicPr preferRelativeResize="0"/>
          <p:nvPr/>
        </p:nvPicPr>
        <p:blipFill rotWithShape="1">
          <a:blip r:embed="rId3">
            <a:alphaModFix/>
          </a:blip>
          <a:srcRect b="0" l="-1" r="-437" t="0"/>
          <a:stretch/>
        </p:blipFill>
        <p:spPr>
          <a:xfrm>
            <a:off x="4669072" y="1544367"/>
            <a:ext cx="6868636" cy="40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 txBox="1"/>
          <p:nvPr/>
        </p:nvSpPr>
        <p:spPr>
          <a:xfrm>
            <a:off x="821681" y="3108144"/>
            <a:ext cx="3551949" cy="613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941622" y="4701931"/>
            <a:ext cx="457200" cy="457200"/>
          </a:xfrm>
          <a:prstGeom prst="roundRect">
            <a:avLst>
              <a:gd fmla="val 27778" name="adj"/>
            </a:avLst>
          </a:prstGeom>
          <a:solidFill>
            <a:srgbClr val="014028"/>
          </a:solidFill>
          <a:ln>
            <a:noFill/>
          </a:ln>
          <a:effectLst>
            <a:outerShdw blurRad="127000" rotWithShape="0" algn="tl" dir="2700000" dist="63500">
              <a:srgbClr val="000000">
                <a:alpha val="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451049" y="5221318"/>
            <a:ext cx="1438346" cy="33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Teks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821682" y="1698869"/>
            <a:ext cx="33648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Sub Judul</a:t>
            </a:r>
            <a:endParaRPr b="1" i="0" sz="28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4" name="Google Shape;194;p5"/>
          <p:cNvGrpSpPr/>
          <p:nvPr/>
        </p:nvGrpSpPr>
        <p:grpSpPr>
          <a:xfrm>
            <a:off x="9760553" y="2283245"/>
            <a:ext cx="1976517" cy="2309519"/>
            <a:chOff x="5064513" y="3661045"/>
            <a:chExt cx="1976517" cy="2309519"/>
          </a:xfrm>
        </p:grpSpPr>
        <p:sp>
          <p:nvSpPr>
            <p:cNvPr id="195" name="Google Shape;195;p5"/>
            <p:cNvSpPr/>
            <p:nvPr/>
          </p:nvSpPr>
          <p:spPr>
            <a:xfrm>
              <a:off x="5064513" y="3661045"/>
              <a:ext cx="1976517" cy="2309519"/>
            </a:xfrm>
            <a:prstGeom prst="roundRect">
              <a:avLst>
                <a:gd fmla="val 16667" name="adj"/>
              </a:avLst>
            </a:prstGeom>
            <a:solidFill>
              <a:srgbClr val="932520"/>
            </a:solidFill>
            <a:ln>
              <a:noFill/>
            </a:ln>
            <a:effectLst>
              <a:outerShdw blurRad="508000" rotWithShape="0" algn="tl" dir="2700000" dist="254000">
                <a:srgbClr val="000000">
                  <a:alpha val="941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 txBox="1"/>
            <p:nvPr/>
          </p:nvSpPr>
          <p:spPr>
            <a:xfrm>
              <a:off x="5459665" y="3926077"/>
              <a:ext cx="1186212" cy="584775"/>
            </a:xfrm>
            <a:prstGeom prst="rect">
              <a:avLst/>
            </a:prstGeom>
            <a:solidFill>
              <a:srgbClr val="9325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50+</a:t>
              </a:r>
              <a:endParaRPr b="1" i="0" sz="3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5223859" y="4451242"/>
              <a:ext cx="1657824" cy="276999"/>
            </a:xfrm>
            <a:prstGeom prst="rect">
              <a:avLst/>
            </a:prstGeom>
            <a:solidFill>
              <a:srgbClr val="9325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Latest Features</a:t>
              </a:r>
              <a:endParaRPr b="1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8" name="Google Shape;198;p5"/>
            <p:cNvSpPr txBox="1"/>
            <p:nvPr/>
          </p:nvSpPr>
          <p:spPr>
            <a:xfrm>
              <a:off x="5482678" y="4866928"/>
              <a:ext cx="1193679" cy="830997"/>
            </a:xfrm>
            <a:prstGeom prst="rect">
              <a:avLst/>
            </a:prstGeom>
            <a:solidFill>
              <a:srgbClr val="9325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Feature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Feature 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Feature 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Feature D</a:t>
              </a:r>
              <a:endPara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9" name="Google Shape;199;p5"/>
          <p:cNvSpPr/>
          <p:nvPr/>
        </p:nvSpPr>
        <p:spPr>
          <a:xfrm>
            <a:off x="2154472" y="4701931"/>
            <a:ext cx="457200" cy="457200"/>
          </a:xfrm>
          <a:prstGeom prst="roundRect">
            <a:avLst>
              <a:gd fmla="val 27778" name="adj"/>
            </a:avLst>
          </a:prstGeom>
          <a:solidFill>
            <a:srgbClr val="F7B800"/>
          </a:solidFill>
          <a:ln>
            <a:noFill/>
          </a:ln>
          <a:effectLst>
            <a:outerShdw blurRad="127000" rotWithShape="0" algn="tl" dir="2700000" dist="63500">
              <a:srgbClr val="000000">
                <a:alpha val="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1663899" y="5221318"/>
            <a:ext cx="1438346" cy="33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Teks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3367322" y="4701931"/>
            <a:ext cx="457200" cy="457200"/>
          </a:xfrm>
          <a:prstGeom prst="roundRect">
            <a:avLst>
              <a:gd fmla="val 27778" name="adj"/>
            </a:avLst>
          </a:prstGeom>
          <a:solidFill>
            <a:srgbClr val="932520"/>
          </a:solidFill>
          <a:ln>
            <a:noFill/>
          </a:ln>
          <a:effectLst>
            <a:outerShdw blurRad="127000" rotWithShape="0" algn="tl" dir="2700000" dist="63500">
              <a:srgbClr val="000000">
                <a:alpha val="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2876749" y="5221318"/>
            <a:ext cx="1438346" cy="33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Teks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472285"/>
            <a:ext cx="12192000" cy="3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/>
          <p:nvPr/>
        </p:nvSpPr>
        <p:spPr>
          <a:xfrm>
            <a:off x="879780" y="1659026"/>
            <a:ext cx="5886450" cy="3539948"/>
          </a:xfrm>
          <a:prstGeom prst="roundRect">
            <a:avLst>
              <a:gd fmla="val 1020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Insert image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8327158" y="2208188"/>
            <a:ext cx="36591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Sub Judul</a:t>
            </a:r>
            <a:endParaRPr b="1" i="0" sz="28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7185639" y="3884243"/>
            <a:ext cx="4229671" cy="613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004867" y="2010271"/>
            <a:ext cx="1522727" cy="1522727"/>
          </a:xfrm>
          <a:prstGeom prst="roundRect">
            <a:avLst>
              <a:gd fmla="val 20837" name="adj"/>
            </a:avLst>
          </a:prstGeom>
          <a:solidFill>
            <a:srgbClr val="9325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2285"/>
            <a:ext cx="12192000" cy="3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/>
          <p:nvPr/>
        </p:nvSpPr>
        <p:spPr>
          <a:xfrm>
            <a:off x="973333" y="1743262"/>
            <a:ext cx="2944138" cy="1838137"/>
          </a:xfrm>
          <a:prstGeom prst="roundRect">
            <a:avLst>
              <a:gd fmla="val 10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234133" y="1968264"/>
            <a:ext cx="450000" cy="450000"/>
          </a:xfrm>
          <a:prstGeom prst="roundRect">
            <a:avLst>
              <a:gd fmla="val 50000" name="adj"/>
            </a:avLst>
          </a:prstGeom>
          <a:solidFill>
            <a:srgbClr val="014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1246498" y="2221676"/>
            <a:ext cx="17398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$2,800,140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1246498" y="1958675"/>
            <a:ext cx="17398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14028"/>
                </a:solidFill>
                <a:latin typeface="Inter"/>
                <a:ea typeface="Inter"/>
                <a:cs typeface="Inter"/>
                <a:sym typeface="Inter"/>
              </a:rPr>
              <a:t>Teks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1181272" y="2637898"/>
            <a:ext cx="2467949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2651588" y="541861"/>
            <a:ext cx="68888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Sub Judul</a:t>
            </a:r>
            <a:endParaRPr b="1" i="0" sz="36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623931" y="1743263"/>
            <a:ext cx="2944138" cy="1838136"/>
          </a:xfrm>
          <a:prstGeom prst="roundRect">
            <a:avLst>
              <a:gd fmla="val 10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884731" y="1968264"/>
            <a:ext cx="450000" cy="450000"/>
          </a:xfrm>
          <a:prstGeom prst="roundRect">
            <a:avLst>
              <a:gd fmla="val 50000" name="adj"/>
            </a:avLst>
          </a:prstGeom>
          <a:solidFill>
            <a:srgbClr val="F7B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4897096" y="2221676"/>
            <a:ext cx="17398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$2,800,140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4897096" y="1958675"/>
            <a:ext cx="17398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14028"/>
                </a:solidFill>
                <a:latin typeface="Inter"/>
                <a:ea typeface="Inter"/>
                <a:cs typeface="Inter"/>
                <a:sym typeface="Inter"/>
              </a:rPr>
              <a:t>Teks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4831870" y="2637898"/>
            <a:ext cx="2467949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274529" y="1743262"/>
            <a:ext cx="2944138" cy="1838135"/>
          </a:xfrm>
          <a:prstGeom prst="roundRect">
            <a:avLst>
              <a:gd fmla="val 10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0535329" y="1968264"/>
            <a:ext cx="450000" cy="450000"/>
          </a:xfrm>
          <a:prstGeom prst="roundRect">
            <a:avLst>
              <a:gd fmla="val 50000" name="adj"/>
            </a:avLst>
          </a:prstGeom>
          <a:solidFill>
            <a:srgbClr val="9325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8547694" y="2221676"/>
            <a:ext cx="17398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$2,800,140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8547694" y="1958675"/>
            <a:ext cx="17398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14028"/>
                </a:solidFill>
                <a:latin typeface="Inter"/>
                <a:ea typeface="Inter"/>
                <a:cs typeface="Inter"/>
                <a:sym typeface="Inter"/>
              </a:rPr>
              <a:t>Teks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8482468" y="2637898"/>
            <a:ext cx="2467949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973333" y="4158070"/>
            <a:ext cx="2944138" cy="1838137"/>
          </a:xfrm>
          <a:prstGeom prst="roundRect">
            <a:avLst>
              <a:gd fmla="val 10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234133" y="4383072"/>
            <a:ext cx="450000" cy="450000"/>
          </a:xfrm>
          <a:prstGeom prst="roundRect">
            <a:avLst>
              <a:gd fmla="val 50000" name="adj"/>
            </a:avLst>
          </a:prstGeom>
          <a:solidFill>
            <a:srgbClr val="014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1246498" y="4636484"/>
            <a:ext cx="17398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$2,800,140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1246498" y="4373483"/>
            <a:ext cx="17398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14028"/>
                </a:solidFill>
                <a:latin typeface="Inter"/>
                <a:ea typeface="Inter"/>
                <a:cs typeface="Inter"/>
                <a:sym typeface="Inter"/>
              </a:rPr>
              <a:t>Teks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1181272" y="5052706"/>
            <a:ext cx="2467949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623931" y="4158071"/>
            <a:ext cx="2944138" cy="1838136"/>
          </a:xfrm>
          <a:prstGeom prst="roundRect">
            <a:avLst>
              <a:gd fmla="val 10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884731" y="4383072"/>
            <a:ext cx="450000" cy="450000"/>
          </a:xfrm>
          <a:prstGeom prst="roundRect">
            <a:avLst>
              <a:gd fmla="val 50000" name="adj"/>
            </a:avLst>
          </a:prstGeom>
          <a:solidFill>
            <a:srgbClr val="F7B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4897096" y="4636484"/>
            <a:ext cx="17398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$2,800,140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4897096" y="4373483"/>
            <a:ext cx="17398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14028"/>
                </a:solidFill>
                <a:latin typeface="Inter"/>
                <a:ea typeface="Inter"/>
                <a:cs typeface="Inter"/>
                <a:sym typeface="Inter"/>
              </a:rPr>
              <a:t>Teks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4831870" y="5052706"/>
            <a:ext cx="2467949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274529" y="4158070"/>
            <a:ext cx="2944138" cy="1838135"/>
          </a:xfrm>
          <a:prstGeom prst="roundRect">
            <a:avLst>
              <a:gd fmla="val 10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0535329" y="4383072"/>
            <a:ext cx="450000" cy="450000"/>
          </a:xfrm>
          <a:prstGeom prst="roundRect">
            <a:avLst>
              <a:gd fmla="val 50000" name="adj"/>
            </a:avLst>
          </a:prstGeom>
          <a:solidFill>
            <a:srgbClr val="9325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62626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8547694" y="4636484"/>
            <a:ext cx="17398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$2,800,140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8547694" y="4373483"/>
            <a:ext cx="17398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14028"/>
                </a:solidFill>
                <a:latin typeface="Inter"/>
                <a:ea typeface="Inter"/>
                <a:cs typeface="Inter"/>
                <a:sym typeface="Inter"/>
              </a:rPr>
              <a:t>Teks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8482468" y="5052706"/>
            <a:ext cx="2467949" cy="738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2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8" name="Google Shape;2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2285"/>
            <a:ext cx="12192000" cy="3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1521228" y="3262278"/>
            <a:ext cx="2247712" cy="2089807"/>
          </a:xfrm>
          <a:prstGeom prst="roundRect">
            <a:avLst>
              <a:gd fmla="val 819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 rot="5400000">
            <a:off x="1350180" y="5073071"/>
            <a:ext cx="565309" cy="565272"/>
          </a:xfrm>
          <a:prstGeom prst="roundRect">
            <a:avLst>
              <a:gd fmla="val 27901" name="adj"/>
            </a:avLst>
          </a:prstGeom>
          <a:solidFill>
            <a:srgbClr val="932520"/>
          </a:solidFill>
          <a:ln>
            <a:noFill/>
          </a:ln>
          <a:effectLst>
            <a:outerShdw blurRad="292974" sx="98000" rotWithShape="0" algn="ctr" dir="2880000" dist="136273" sy="98000">
              <a:srgbClr val="000000">
                <a:alpha val="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1143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1485558" y="3885743"/>
            <a:ext cx="23190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1" i="0" sz="14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1632834" y="4291442"/>
            <a:ext cx="20245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200" u="none" cap="none" strike="noStrik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2017058" y="3262277"/>
            <a:ext cx="1256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STEP 01</a:t>
            </a:r>
            <a:endParaRPr b="1" i="0" sz="14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1521228" y="3262278"/>
            <a:ext cx="2247712" cy="464937"/>
          </a:xfrm>
          <a:custGeom>
            <a:rect b="b" l="l" r="r" t="t"/>
            <a:pathLst>
              <a:path extrusionOk="0" h="413513" w="2247712">
                <a:moveTo>
                  <a:pt x="184133" y="0"/>
                </a:moveTo>
                <a:lnTo>
                  <a:pt x="2063579" y="0"/>
                </a:lnTo>
                <a:cubicBezTo>
                  <a:pt x="2165273" y="0"/>
                  <a:pt x="2247712" y="82439"/>
                  <a:pt x="2247712" y="184133"/>
                </a:cubicBezTo>
                <a:lnTo>
                  <a:pt x="2247712" y="413513"/>
                </a:lnTo>
                <a:lnTo>
                  <a:pt x="0" y="413513"/>
                </a:lnTo>
                <a:lnTo>
                  <a:pt x="0" y="184133"/>
                </a:lnTo>
                <a:cubicBezTo>
                  <a:pt x="0" y="82439"/>
                  <a:pt x="82439" y="0"/>
                  <a:pt x="184133" y="0"/>
                </a:cubicBezTo>
                <a:close/>
              </a:path>
            </a:pathLst>
          </a:custGeom>
          <a:solidFill>
            <a:srgbClr val="9325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1143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2051978" y="3363968"/>
            <a:ext cx="1186212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 b="1" i="0" sz="1300" u="none" cap="none" strike="noStrik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7706671" y="1181678"/>
            <a:ext cx="33071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Sub Judul</a:t>
            </a:r>
            <a:endParaRPr b="1" i="0" sz="28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416828" y="3262278"/>
            <a:ext cx="2247712" cy="2089807"/>
          </a:xfrm>
          <a:prstGeom prst="roundRect">
            <a:avLst>
              <a:gd fmla="val 819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 rot="5400000">
            <a:off x="4245780" y="5073071"/>
            <a:ext cx="565309" cy="565272"/>
          </a:xfrm>
          <a:prstGeom prst="roundRect">
            <a:avLst>
              <a:gd fmla="val 27901" name="adj"/>
            </a:avLst>
          </a:prstGeom>
          <a:solidFill>
            <a:srgbClr val="932520"/>
          </a:solidFill>
          <a:ln>
            <a:noFill/>
          </a:ln>
          <a:effectLst>
            <a:outerShdw blurRad="292974" sx="98000" rotWithShape="0" algn="ctr" dir="2880000" dist="136273" sy="98000">
              <a:srgbClr val="000000">
                <a:alpha val="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1143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4381158" y="3885743"/>
            <a:ext cx="23190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1" i="0" sz="14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4528434" y="4291442"/>
            <a:ext cx="20245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200" u="none" cap="none" strike="noStrik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4912658" y="3262277"/>
            <a:ext cx="1256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STEP 01</a:t>
            </a:r>
            <a:endParaRPr b="1" i="0" sz="14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416828" y="3262278"/>
            <a:ext cx="2247712" cy="464937"/>
          </a:xfrm>
          <a:custGeom>
            <a:rect b="b" l="l" r="r" t="t"/>
            <a:pathLst>
              <a:path extrusionOk="0" h="413513" w="2247712">
                <a:moveTo>
                  <a:pt x="184133" y="0"/>
                </a:moveTo>
                <a:lnTo>
                  <a:pt x="2063579" y="0"/>
                </a:lnTo>
                <a:cubicBezTo>
                  <a:pt x="2165273" y="0"/>
                  <a:pt x="2247712" y="82439"/>
                  <a:pt x="2247712" y="184133"/>
                </a:cubicBezTo>
                <a:lnTo>
                  <a:pt x="2247712" y="413513"/>
                </a:lnTo>
                <a:lnTo>
                  <a:pt x="0" y="413513"/>
                </a:lnTo>
                <a:lnTo>
                  <a:pt x="0" y="184133"/>
                </a:lnTo>
                <a:cubicBezTo>
                  <a:pt x="0" y="82439"/>
                  <a:pt x="82439" y="0"/>
                  <a:pt x="184133" y="0"/>
                </a:cubicBezTo>
                <a:close/>
              </a:path>
            </a:pathLst>
          </a:custGeom>
          <a:solidFill>
            <a:srgbClr val="9325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1143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4947578" y="3363968"/>
            <a:ext cx="1186212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 b="1" i="0" sz="1300" u="none" cap="none" strike="noStrik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312428" y="3262278"/>
            <a:ext cx="2247712" cy="2089807"/>
          </a:xfrm>
          <a:prstGeom prst="roundRect">
            <a:avLst>
              <a:gd fmla="val 819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 rot="5400000">
            <a:off x="7141380" y="5073071"/>
            <a:ext cx="565309" cy="565272"/>
          </a:xfrm>
          <a:prstGeom prst="roundRect">
            <a:avLst>
              <a:gd fmla="val 27901" name="adj"/>
            </a:avLst>
          </a:prstGeom>
          <a:solidFill>
            <a:srgbClr val="932520"/>
          </a:solidFill>
          <a:ln>
            <a:noFill/>
          </a:ln>
          <a:effectLst>
            <a:outerShdw blurRad="292974" sx="98000" rotWithShape="0" algn="ctr" dir="2880000" dist="136273" sy="98000">
              <a:srgbClr val="000000">
                <a:alpha val="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1143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7276758" y="3885743"/>
            <a:ext cx="23190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1" i="0" sz="14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7424034" y="4291442"/>
            <a:ext cx="20245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200" u="none" cap="none" strike="noStrik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7808258" y="3262277"/>
            <a:ext cx="1256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STEP 01</a:t>
            </a:r>
            <a:endParaRPr b="1" i="0" sz="14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7312428" y="3262278"/>
            <a:ext cx="2247712" cy="464937"/>
          </a:xfrm>
          <a:custGeom>
            <a:rect b="b" l="l" r="r" t="t"/>
            <a:pathLst>
              <a:path extrusionOk="0" h="413513" w="2247712">
                <a:moveTo>
                  <a:pt x="184133" y="0"/>
                </a:moveTo>
                <a:lnTo>
                  <a:pt x="2063579" y="0"/>
                </a:lnTo>
                <a:cubicBezTo>
                  <a:pt x="2165273" y="0"/>
                  <a:pt x="2247712" y="82439"/>
                  <a:pt x="2247712" y="184133"/>
                </a:cubicBezTo>
                <a:lnTo>
                  <a:pt x="2247712" y="413513"/>
                </a:lnTo>
                <a:lnTo>
                  <a:pt x="0" y="413513"/>
                </a:lnTo>
                <a:lnTo>
                  <a:pt x="0" y="184133"/>
                </a:lnTo>
                <a:cubicBezTo>
                  <a:pt x="0" y="82439"/>
                  <a:pt x="82439" y="0"/>
                  <a:pt x="184133" y="0"/>
                </a:cubicBezTo>
                <a:close/>
              </a:path>
            </a:pathLst>
          </a:custGeom>
          <a:solidFill>
            <a:srgbClr val="9325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11430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7843178" y="3363968"/>
            <a:ext cx="1186212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 b="1" i="0" sz="1300" u="none" cap="none" strike="noStrik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5" name="Google Shape;2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2285"/>
            <a:ext cx="12192000" cy="38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"/>
          <p:cNvSpPr/>
          <p:nvPr/>
        </p:nvSpPr>
        <p:spPr>
          <a:xfrm>
            <a:off x="1350198" y="1109330"/>
            <a:ext cx="5937336" cy="1529294"/>
          </a:xfrm>
          <a:prstGeom prst="roundRect">
            <a:avLst>
              <a:gd fmla="val 1729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Insert image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" name="Google Shape;281;p9"/>
          <p:cNvGraphicFramePr/>
          <p:nvPr/>
        </p:nvGraphicFramePr>
        <p:xfrm>
          <a:off x="967408" y="19577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{58A126D8-245F-4B70-8AC9-4CFBC2E8D920}</a:tableStyleId>
              </a:tblPr>
              <a:tblGrid>
                <a:gridCol w="1803175"/>
                <a:gridCol w="1090300"/>
              </a:tblGrid>
              <a:tr h="59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solidFill>
                      <a:srgbClr val="0140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59595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solidFill>
                      <a:srgbClr val="014028"/>
                    </a:solidFill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282" name="Google Shape;282;p9"/>
          <p:cNvGraphicFramePr/>
          <p:nvPr/>
        </p:nvGraphicFramePr>
        <p:xfrm>
          <a:off x="4649269" y="19577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{58A126D8-245F-4B70-8AC9-4CFBC2E8D920}</a:tableStyleId>
              </a:tblPr>
              <a:tblGrid>
                <a:gridCol w="1803175"/>
                <a:gridCol w="1090300"/>
              </a:tblGrid>
              <a:tr h="59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solidFill>
                      <a:srgbClr val="0140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59595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solidFill>
                      <a:srgbClr val="014028"/>
                    </a:solidFill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283" name="Google Shape;283;p9"/>
          <p:cNvGraphicFramePr/>
          <p:nvPr/>
        </p:nvGraphicFramePr>
        <p:xfrm>
          <a:off x="8331130" y="19577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{58A126D8-245F-4B70-8AC9-4CFBC2E8D920}</a:tableStyleId>
              </a:tblPr>
              <a:tblGrid>
                <a:gridCol w="1803175"/>
                <a:gridCol w="1090300"/>
              </a:tblGrid>
              <a:tr h="59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solidFill>
                      <a:srgbClr val="0140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59595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solidFill>
                      <a:srgbClr val="014028"/>
                    </a:solidFill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  <a:tr h="55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 Here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b="0" sz="1400" u="none" cap="none" strike="noStrike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182875" marL="182875" anchor="ctr">
                    <a:noFill/>
                  </a:tcPr>
                </a:tc>
              </a:tr>
            </a:tbl>
          </a:graphicData>
        </a:graphic>
      </p:graphicFrame>
      <p:sp>
        <p:nvSpPr>
          <p:cNvPr id="284" name="Google Shape;284;p9"/>
          <p:cNvSpPr txBox="1"/>
          <p:nvPr/>
        </p:nvSpPr>
        <p:spPr>
          <a:xfrm>
            <a:off x="2651588" y="550507"/>
            <a:ext cx="68888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Sub Judul</a:t>
            </a:r>
            <a:endParaRPr b="1" i="0" sz="36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-106331" y="1462505"/>
            <a:ext cx="50409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1" i="0" sz="16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3575529" y="1462505"/>
            <a:ext cx="50409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1" i="0" sz="16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7257394" y="1462505"/>
            <a:ext cx="50409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Inter"/>
                <a:ea typeface="Inter"/>
                <a:cs typeface="Inter"/>
                <a:sym typeface="Inter"/>
              </a:rPr>
              <a:t>Judul</a:t>
            </a:r>
            <a:endParaRPr b="1" i="0" sz="1600" u="none" cap="none" strike="noStrike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8" name="Google Shape;2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2285"/>
            <a:ext cx="12192000" cy="3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10"/>
          <p:cNvGrpSpPr/>
          <p:nvPr/>
        </p:nvGrpSpPr>
        <p:grpSpPr>
          <a:xfrm>
            <a:off x="888000" y="834678"/>
            <a:ext cx="2793318" cy="2836173"/>
            <a:chOff x="888000" y="728662"/>
            <a:chExt cx="2793318" cy="2836173"/>
          </a:xfrm>
        </p:grpSpPr>
        <p:sp>
          <p:nvSpPr>
            <p:cNvPr id="294" name="Google Shape;294;p10"/>
            <p:cNvSpPr/>
            <p:nvPr/>
          </p:nvSpPr>
          <p:spPr>
            <a:xfrm>
              <a:off x="888000" y="728662"/>
              <a:ext cx="2793318" cy="2836173"/>
            </a:xfrm>
            <a:prstGeom prst="roundRect">
              <a:avLst>
                <a:gd fmla="val 1174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1248001" y="1088663"/>
              <a:ext cx="540000" cy="540000"/>
            </a:xfrm>
            <a:prstGeom prst="roundRect">
              <a:avLst>
                <a:gd fmla="val 50000" name="adj"/>
              </a:avLst>
            </a:prstGeom>
            <a:solidFill>
              <a:srgbClr val="0140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6" name="Google Shape;296;p10"/>
            <p:cNvSpPr txBox="1"/>
            <p:nvPr/>
          </p:nvSpPr>
          <p:spPr>
            <a:xfrm>
              <a:off x="2078737" y="1361174"/>
              <a:ext cx="1602581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262626"/>
                  </a:solidFill>
                  <a:latin typeface="Inter"/>
                  <a:ea typeface="Inter"/>
                  <a:cs typeface="Inter"/>
                  <a:sym typeface="Inter"/>
                </a:rPr>
                <a:t>Judul</a:t>
              </a:r>
              <a:endParaRPr b="0" i="0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7" name="Google Shape;297;p10"/>
            <p:cNvSpPr txBox="1"/>
            <p:nvPr/>
          </p:nvSpPr>
          <p:spPr>
            <a:xfrm>
              <a:off x="2078737" y="1140709"/>
              <a:ext cx="1602581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979393"/>
                  </a:solidFill>
                  <a:latin typeface="Inter"/>
                  <a:ea typeface="Inter"/>
                  <a:cs typeface="Inter"/>
                  <a:sym typeface="Inter"/>
                </a:rPr>
                <a:t>Teks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0"/>
            <p:cNvSpPr txBox="1"/>
            <p:nvPr/>
          </p:nvSpPr>
          <p:spPr>
            <a:xfrm>
              <a:off x="1213369" y="2106970"/>
              <a:ext cx="2311710" cy="738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262626"/>
                  </a:solidFill>
                  <a:latin typeface="Inter"/>
                  <a:ea typeface="Inter"/>
                  <a:cs typeface="Inter"/>
                  <a:sym typeface="Inter"/>
                </a:rPr>
                <a:t>Lorem Ipsum is simply dummy text of the printing and typesetting industry.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0"/>
            <p:cNvSpPr txBox="1"/>
            <p:nvPr/>
          </p:nvSpPr>
          <p:spPr>
            <a:xfrm>
              <a:off x="1213368" y="2910228"/>
              <a:ext cx="246794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62626"/>
                  </a:solidFill>
                  <a:latin typeface="Inter"/>
                  <a:ea typeface="Inter"/>
                  <a:cs typeface="Inter"/>
                  <a:sym typeface="Inter"/>
                </a:rPr>
                <a:t>180 USD</a:t>
              </a:r>
              <a:endParaRPr b="0" i="0" sz="20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0" name="Google Shape;300;p10"/>
          <p:cNvSpPr txBox="1"/>
          <p:nvPr/>
        </p:nvSpPr>
        <p:spPr>
          <a:xfrm>
            <a:off x="951583" y="4264904"/>
            <a:ext cx="688882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Sub Judul</a:t>
            </a:r>
            <a:endParaRPr b="1" i="0" sz="3200" u="none" cap="none" strike="noStrike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951583" y="4904655"/>
            <a:ext cx="6167463" cy="2952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10"/>
          <p:cNvGrpSpPr/>
          <p:nvPr/>
        </p:nvGrpSpPr>
        <p:grpSpPr>
          <a:xfrm>
            <a:off x="4699340" y="834678"/>
            <a:ext cx="2793318" cy="2836173"/>
            <a:chOff x="888000" y="728662"/>
            <a:chExt cx="2793318" cy="2836173"/>
          </a:xfrm>
        </p:grpSpPr>
        <p:sp>
          <p:nvSpPr>
            <p:cNvPr id="303" name="Google Shape;303;p10"/>
            <p:cNvSpPr/>
            <p:nvPr/>
          </p:nvSpPr>
          <p:spPr>
            <a:xfrm>
              <a:off x="888000" y="728662"/>
              <a:ext cx="2793318" cy="2836173"/>
            </a:xfrm>
            <a:prstGeom prst="roundRect">
              <a:avLst>
                <a:gd fmla="val 1174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1248001" y="1088663"/>
              <a:ext cx="540000" cy="540000"/>
            </a:xfrm>
            <a:prstGeom prst="roundRect">
              <a:avLst>
                <a:gd fmla="val 50000" name="adj"/>
              </a:avLst>
            </a:prstGeom>
            <a:solidFill>
              <a:srgbClr val="F7B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5" name="Google Shape;305;p10"/>
            <p:cNvSpPr txBox="1"/>
            <p:nvPr/>
          </p:nvSpPr>
          <p:spPr>
            <a:xfrm>
              <a:off x="2078737" y="1361174"/>
              <a:ext cx="1602581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262626"/>
                  </a:solidFill>
                  <a:latin typeface="Inter"/>
                  <a:ea typeface="Inter"/>
                  <a:cs typeface="Inter"/>
                  <a:sym typeface="Inter"/>
                </a:rPr>
                <a:t>Judul</a:t>
              </a:r>
              <a:endParaRPr b="0" i="0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6" name="Google Shape;306;p10"/>
            <p:cNvSpPr txBox="1"/>
            <p:nvPr/>
          </p:nvSpPr>
          <p:spPr>
            <a:xfrm>
              <a:off x="2078737" y="1140709"/>
              <a:ext cx="1602581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979393"/>
                  </a:solidFill>
                  <a:latin typeface="Inter"/>
                  <a:ea typeface="Inter"/>
                  <a:cs typeface="Inter"/>
                  <a:sym typeface="Inter"/>
                </a:rPr>
                <a:t>Teks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0"/>
            <p:cNvSpPr txBox="1"/>
            <p:nvPr/>
          </p:nvSpPr>
          <p:spPr>
            <a:xfrm>
              <a:off x="1213369" y="2106970"/>
              <a:ext cx="2311710" cy="738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262626"/>
                  </a:solidFill>
                  <a:latin typeface="Inter"/>
                  <a:ea typeface="Inter"/>
                  <a:cs typeface="Inter"/>
                  <a:sym typeface="Inter"/>
                </a:rPr>
                <a:t>Lorem Ipsum is simply dummy text of the printing and typesetting industry.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0"/>
            <p:cNvSpPr txBox="1"/>
            <p:nvPr/>
          </p:nvSpPr>
          <p:spPr>
            <a:xfrm>
              <a:off x="1213368" y="2910228"/>
              <a:ext cx="246794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62626"/>
                  </a:solidFill>
                  <a:latin typeface="Inter"/>
                  <a:ea typeface="Inter"/>
                  <a:cs typeface="Inter"/>
                  <a:sym typeface="Inter"/>
                </a:rPr>
                <a:t>180 USD</a:t>
              </a:r>
              <a:endParaRPr b="0" i="0" sz="20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9" name="Google Shape;309;p10"/>
          <p:cNvGrpSpPr/>
          <p:nvPr/>
        </p:nvGrpSpPr>
        <p:grpSpPr>
          <a:xfrm>
            <a:off x="8510682" y="834678"/>
            <a:ext cx="2793318" cy="2836173"/>
            <a:chOff x="888000" y="728662"/>
            <a:chExt cx="2793318" cy="2836173"/>
          </a:xfrm>
        </p:grpSpPr>
        <p:sp>
          <p:nvSpPr>
            <p:cNvPr id="310" name="Google Shape;310;p10"/>
            <p:cNvSpPr/>
            <p:nvPr/>
          </p:nvSpPr>
          <p:spPr>
            <a:xfrm>
              <a:off x="888000" y="728662"/>
              <a:ext cx="2793318" cy="2836173"/>
            </a:xfrm>
            <a:prstGeom prst="roundRect">
              <a:avLst>
                <a:gd fmla="val 1174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1248001" y="1088663"/>
              <a:ext cx="540000" cy="540000"/>
            </a:xfrm>
            <a:prstGeom prst="roundRect">
              <a:avLst>
                <a:gd fmla="val 50000" name="adj"/>
              </a:avLst>
            </a:prstGeom>
            <a:solidFill>
              <a:srgbClr val="9325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2" name="Google Shape;312;p10"/>
            <p:cNvSpPr txBox="1"/>
            <p:nvPr/>
          </p:nvSpPr>
          <p:spPr>
            <a:xfrm>
              <a:off x="2078737" y="1361174"/>
              <a:ext cx="1602581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262626"/>
                  </a:solidFill>
                  <a:latin typeface="Inter"/>
                  <a:ea typeface="Inter"/>
                  <a:cs typeface="Inter"/>
                  <a:sym typeface="Inter"/>
                </a:rPr>
                <a:t>Judul</a:t>
              </a:r>
              <a:endParaRPr b="0" i="0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3" name="Google Shape;313;p10"/>
            <p:cNvSpPr txBox="1"/>
            <p:nvPr/>
          </p:nvSpPr>
          <p:spPr>
            <a:xfrm>
              <a:off x="2078737" y="1140709"/>
              <a:ext cx="1602581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979393"/>
                  </a:solidFill>
                  <a:latin typeface="Inter"/>
                  <a:ea typeface="Inter"/>
                  <a:cs typeface="Inter"/>
                  <a:sym typeface="Inter"/>
                </a:rPr>
                <a:t>Teks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0"/>
            <p:cNvSpPr txBox="1"/>
            <p:nvPr/>
          </p:nvSpPr>
          <p:spPr>
            <a:xfrm>
              <a:off x="1213369" y="2106970"/>
              <a:ext cx="2311710" cy="738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262626"/>
                  </a:solidFill>
                  <a:latin typeface="Inter"/>
                  <a:ea typeface="Inter"/>
                  <a:cs typeface="Inter"/>
                  <a:sym typeface="Inter"/>
                </a:rPr>
                <a:t>Lorem Ipsum is simply dummy text of the printing and typesetting industry.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0"/>
            <p:cNvSpPr txBox="1"/>
            <p:nvPr/>
          </p:nvSpPr>
          <p:spPr>
            <a:xfrm>
              <a:off x="1213368" y="2910228"/>
              <a:ext cx="246794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262626"/>
                  </a:solidFill>
                  <a:latin typeface="Inter"/>
                  <a:ea typeface="Inter"/>
                  <a:cs typeface="Inter"/>
                  <a:sym typeface="Inter"/>
                </a:rPr>
                <a:t>180 USD</a:t>
              </a:r>
              <a:endParaRPr b="0" i="0" sz="20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16" name="Google Shape;3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2285"/>
            <a:ext cx="12192000" cy="3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" name="Google Shape;321;p11"/>
          <p:cNvGraphicFramePr/>
          <p:nvPr/>
        </p:nvGraphicFramePr>
        <p:xfrm>
          <a:off x="5367390" y="940024"/>
          <a:ext cx="5873026" cy="4830418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22" name="Google Shape;322;p11"/>
          <p:cNvSpPr txBox="1"/>
          <p:nvPr/>
        </p:nvSpPr>
        <p:spPr>
          <a:xfrm>
            <a:off x="951583" y="940023"/>
            <a:ext cx="688882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Sub Judul</a:t>
            </a:r>
            <a:endParaRPr b="1" i="0" sz="40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951584" y="1838189"/>
            <a:ext cx="2944556" cy="516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Lorem Ipsum is simply dummy text of the printing and typesetting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472285"/>
            <a:ext cx="12192000" cy="3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photo of a building&#10;&#10;Description automatically generated" id="329" name="Google Shape;329;p12"/>
          <p:cNvPicPr preferRelativeResize="0"/>
          <p:nvPr/>
        </p:nvPicPr>
        <p:blipFill rotWithShape="1">
          <a:blip r:embed="rId3">
            <a:alphaModFix/>
          </a:blip>
          <a:srcRect b="3215" l="0" r="0" t="1233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2520">
              <a:alpha val="8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9247" y="919842"/>
            <a:ext cx="2313505" cy="325845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2"/>
          <p:cNvSpPr txBox="1"/>
          <p:nvPr/>
        </p:nvSpPr>
        <p:spPr>
          <a:xfrm>
            <a:off x="3701754" y="5057654"/>
            <a:ext cx="47884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Jl. Brawijaya, Geblagan, Tamantirto, Kec. Kasihan,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Kabupaten Bantul, Daerah Istimewa Yogyakarta 55183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18718" y="6074051"/>
            <a:ext cx="6954563" cy="261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2025-06-02T14:43:23Z</dcterms:created>
  <dc:creator>Wildan Adi Rahman</dc:creator>
</cp:coreProperties>
</file>